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3130" y="14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8A8725-E749-7509-3F5F-8F0C5C65B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4EC702-C090-B419-04A5-1699863D0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6CDDF1-03E0-A508-53CD-F88C91170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2BC3-487D-4472-8010-E70B8CA5E8B4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E47B10-80A9-CF52-F8AE-B9ED17F2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238EF3-EC4A-D0D9-0385-97B055A5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053A-B0EC-4188-A2D7-35F38DEF7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511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CA6618-351F-51F0-A53C-5703940D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57A7C-08B5-DE5E-365D-FE20627EA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23BA28-2698-B53B-1818-5D5D70328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2BC3-487D-4472-8010-E70B8CA5E8B4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DED477-F2C1-4C62-7F9A-11648AB1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E47C8C-C356-9B3E-0C3F-4EDE42BC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053A-B0EC-4188-A2D7-35F38DEF7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8593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0EADE3-B05C-6D55-97E9-725433DC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AC2B68-6A81-AC93-9D73-71BF9665F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51BA46-11AB-C6D3-E3D7-585E9FC9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2BC3-487D-4472-8010-E70B8CA5E8B4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7719D0-0022-2834-A70B-83E0990D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8FF6E9-8ED5-AFDE-8145-174AF79E8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053A-B0EC-4188-A2D7-35F38DEF7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2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320369-801F-CFF9-08B4-41EE419C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F001F1-FE1C-0EC9-746E-A5C66D5454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1E2DAB-B583-CA42-33F9-A8C4EB9BA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DD201E-4627-D975-C472-A46932D9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2BC3-487D-4472-8010-E70B8CA5E8B4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74ABB3-6EC7-3C7F-4AF6-B5CC48876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5E59B6-6633-76A1-014E-BFEC167A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053A-B0EC-4188-A2D7-35F38DEF7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80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D41958-FBDD-F934-81C8-5C8FB114A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C9B5B8-809A-EA6B-2A5A-AC81C813D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277275-1DCA-9B35-22B7-9727136E0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637420-F9C8-8809-55A8-746151F8F2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618723-002D-1125-A8E4-516847CDF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E589AB-ECC4-F231-3BF6-D0C9A478E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2BC3-487D-4472-8010-E70B8CA5E8B4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791B177-E688-0698-14FF-034266C9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9AC67AA-8FBF-2D4C-8C7E-63F37D202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053A-B0EC-4188-A2D7-35F38DEF7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342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F021D-A3A2-689D-6E6C-53C88F14E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12C7B3-D9C0-4F60-5925-2CC3580B7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2BC3-487D-4472-8010-E70B8CA5E8B4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821B10-DB31-6040-A4BD-4A1379BF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51B6EF-DEE6-7E49-6F6A-38ED9E3A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053A-B0EC-4188-A2D7-35F38DEF7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229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AA822E-F9C1-E5CD-0B79-6A0527CA1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2BC3-487D-4472-8010-E70B8CA5E8B4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94A49E-B37D-F607-49CA-4D5206647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690471-0BF2-BBBD-C555-FBCD46B40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053A-B0EC-4188-A2D7-35F38DEF7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570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73969-3903-846A-A2FF-1100E320B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2C567F-E364-60B6-7579-6ED9A77B8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5232F6-3A68-4E73-080E-D4B677B54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009696-FCD2-BA0B-6555-9C754C86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2BC3-487D-4472-8010-E70B8CA5E8B4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8975A2-D3B1-A163-1B7D-8B23DD987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655C24-AE7F-CABA-2EC3-FF106124A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053A-B0EC-4188-A2D7-35F38DEF7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292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0EA5C-4948-6E5A-A286-B4B04C105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ACD9CD-2008-5E4D-3B0B-3C3ADDDD8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73B8C3F-6255-88D3-8CA9-89F022D1E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858EFB-2D0F-2564-8A63-62C9C851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2BC3-487D-4472-8010-E70B8CA5E8B4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684124-6B9A-0536-04FF-80DC6BC7C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C6BB4D-0336-A3BF-8541-1A29F279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053A-B0EC-4188-A2D7-35F38DEF7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15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0191C9-F590-C4AA-E614-5910B391B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0B50CF-A53B-920D-13C5-D8C89F0F3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36C6B9-3948-2DCC-7816-67C02BA2E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2BC3-487D-4472-8010-E70B8CA5E8B4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AFFD90-9465-0D5B-E592-E53B1D7A8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89BC82-767E-C925-B564-2B8CB837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053A-B0EC-4188-A2D7-35F38DEF7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35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580A89-387F-7DAF-A41E-2EB6D41AF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791CA6-6045-D084-A357-D6E3A11F5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E2A78D-886F-9B70-FF2F-2E9D231AC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2BC3-487D-4472-8010-E70B8CA5E8B4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8525D0-EA80-6C52-AD18-D635393F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FACD99-75E2-D5F8-EFD9-A4D1336B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3053A-B0EC-4188-A2D7-35F38DEF7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889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D271C6-77F3-D849-75B5-20F432CF2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027145-4A7E-2592-6CDE-A0B3CBC58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811FFF-F2B8-5863-5D83-FECF1D95F6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312BC3-487D-4472-8010-E70B8CA5E8B4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C2C2EE-A779-37FA-5FBF-0023F4B023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52193E-CE69-1DCE-C1A0-2D801F9FF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3053A-B0EC-4188-A2D7-35F38DEF78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496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EF707D81-8DB8-2A9F-15DD-6FBCF22D16ED}"/>
              </a:ext>
            </a:extLst>
          </p:cNvPr>
          <p:cNvGrpSpPr/>
          <p:nvPr/>
        </p:nvGrpSpPr>
        <p:grpSpPr>
          <a:xfrm>
            <a:off x="-1160" y="0"/>
            <a:ext cx="10727443" cy="8316002"/>
            <a:chOff x="-1160" y="0"/>
            <a:chExt cx="10727443" cy="8316002"/>
          </a:xfrm>
        </p:grpSpPr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1FEA8CBF-B991-8B54-3B01-8AC4B06A1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11043" y="0"/>
              <a:ext cx="3600000" cy="2700000"/>
            </a:xfrm>
            <a:prstGeom prst="rect">
              <a:avLst/>
            </a:prstGeom>
          </p:spPr>
        </p:pic>
        <p:pic>
          <p:nvPicPr>
            <p:cNvPr id="7" name="图形 6">
              <a:extLst>
                <a:ext uri="{FF2B5EF4-FFF2-40B4-BE49-F238E27FC236}">
                  <a16:creationId xmlns:a16="http://schemas.microsoft.com/office/drawing/2014/main" id="{A51C6CD3-5D0A-2D96-0487-520F17C81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379" y="0"/>
              <a:ext cx="3600000" cy="2700000"/>
            </a:xfrm>
            <a:prstGeom prst="rect">
              <a:avLst/>
            </a:prstGeom>
          </p:spPr>
        </p:pic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505EFEA2-DFC4-6378-8002-A0F8B45F2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560645" y="0"/>
              <a:ext cx="3600000" cy="2700000"/>
            </a:xfrm>
            <a:prstGeom prst="rect">
              <a:avLst/>
            </a:prstGeom>
          </p:spPr>
        </p:pic>
        <p:pic>
          <p:nvPicPr>
            <p:cNvPr id="11" name="图形 10">
              <a:extLst>
                <a:ext uri="{FF2B5EF4-FFF2-40B4-BE49-F238E27FC236}">
                  <a16:creationId xmlns:a16="http://schemas.microsoft.com/office/drawing/2014/main" id="{8AF408C7-A248-9C14-07CC-484CBAA52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26283" y="2916002"/>
              <a:ext cx="3600000" cy="2700000"/>
            </a:xfrm>
            <a:prstGeom prst="rect">
              <a:avLst/>
            </a:prstGeom>
          </p:spPr>
        </p:pic>
        <p:pic>
          <p:nvPicPr>
            <p:cNvPr id="13" name="图形 12">
              <a:extLst>
                <a:ext uri="{FF2B5EF4-FFF2-40B4-BE49-F238E27FC236}">
                  <a16:creationId xmlns:a16="http://schemas.microsoft.com/office/drawing/2014/main" id="{8CB405FB-295D-FA15-3300-C0A3C5A59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907" y="2808001"/>
              <a:ext cx="3600000" cy="2700000"/>
            </a:xfrm>
            <a:prstGeom prst="rect">
              <a:avLst/>
            </a:prstGeom>
          </p:spPr>
        </p:pic>
        <p:pic>
          <p:nvPicPr>
            <p:cNvPr id="15" name="图形 14">
              <a:extLst>
                <a:ext uri="{FF2B5EF4-FFF2-40B4-BE49-F238E27FC236}">
                  <a16:creationId xmlns:a16="http://schemas.microsoft.com/office/drawing/2014/main" id="{4BB1EE32-FF81-4D39-9BCA-305BA4E6D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560645" y="2916002"/>
              <a:ext cx="3600000" cy="2700000"/>
            </a:xfrm>
            <a:prstGeom prst="rect">
              <a:avLst/>
            </a:prstGeom>
          </p:spPr>
        </p:pic>
        <p:pic>
          <p:nvPicPr>
            <p:cNvPr id="17" name="图形 16">
              <a:extLst>
                <a:ext uri="{FF2B5EF4-FFF2-40B4-BE49-F238E27FC236}">
                  <a16:creationId xmlns:a16="http://schemas.microsoft.com/office/drawing/2014/main" id="{40C6C871-FA6A-E024-F142-C68023710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1160" y="5616002"/>
              <a:ext cx="3600000" cy="2700000"/>
            </a:xfrm>
            <a:prstGeom prst="rect">
              <a:avLst/>
            </a:prstGeom>
          </p:spPr>
        </p:pic>
        <p:pic>
          <p:nvPicPr>
            <p:cNvPr id="19" name="图形 18">
              <a:extLst>
                <a:ext uri="{FF2B5EF4-FFF2-40B4-BE49-F238E27FC236}">
                  <a16:creationId xmlns:a16="http://schemas.microsoft.com/office/drawing/2014/main" id="{1135C553-F6F3-4C59-2553-36A68E2C7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581659" y="5616002"/>
              <a:ext cx="3600000" cy="2700000"/>
            </a:xfrm>
            <a:prstGeom prst="rect">
              <a:avLst/>
            </a:prstGeom>
          </p:spPr>
        </p:pic>
        <p:pic>
          <p:nvPicPr>
            <p:cNvPr id="21" name="图形 20">
              <a:extLst>
                <a:ext uri="{FF2B5EF4-FFF2-40B4-BE49-F238E27FC236}">
                  <a16:creationId xmlns:a16="http://schemas.microsoft.com/office/drawing/2014/main" id="{C61BC857-5380-0376-1B20-69F934355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120604" y="5616002"/>
              <a:ext cx="3600000" cy="27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2979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宇昊 连</dc:creator>
  <cp:lastModifiedBy>宇昊 连</cp:lastModifiedBy>
  <cp:revision>1</cp:revision>
  <dcterms:created xsi:type="dcterms:W3CDTF">2025-04-30T07:36:06Z</dcterms:created>
  <dcterms:modified xsi:type="dcterms:W3CDTF">2025-04-30T07:40:38Z</dcterms:modified>
</cp:coreProperties>
</file>