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52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B1AE3-80F1-FFCB-9CBD-ADCBC3055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9A4D81-A1D1-159F-F6CD-806B928A8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5CDB9-34F3-335C-AD53-08F4CCA9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EB754-4B7C-1D21-C783-D39F13D1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E4BA5E-C511-C42A-C82C-0F48DD16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24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D9FFB-C54C-2D50-3A3B-8081D784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79AC4A-F2AC-D405-6807-AD7D75B4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2AD1C-BCE8-D9AF-52FD-117BFABC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3D93C8-CCF1-7F4D-3158-1A93D577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5A24A1-C335-7AC6-4C68-FE6B8621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47B38-F187-6947-245E-5E3C5442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2DA27E-D7CA-1CBA-708F-73E69B42F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9F89F-83C9-5266-18C0-5D8BF950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F08D43-C954-7006-8E3B-4BA4CFFE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C9CC9-F90A-C893-698B-8B34C7D2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65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57046-FBDE-324E-50F7-427729DB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0FAA5-2FB6-0C3E-5C23-388ACD77C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1942EF-E15C-694F-466F-24F2D702B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AB28BF-432E-2A3D-F39C-CD0E38E2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6AC13C-A4D5-BCC8-5DCB-581065A1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17BAB7-001B-1169-B034-00C38E98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23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8E397-B583-6EF8-2B6F-CE7DCD91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C33E3A-DBC4-DDDD-32F2-ABAB54F2F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A0A45F-BE7B-09F0-7CA8-AA05ADFDD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FAD1DF-EBD0-C40D-0322-F8D7B027A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FDEB03-EFFF-EBC5-E9AA-DB6CF2003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7CC2FD-9762-6C12-5948-07646856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930571-3C06-E0A0-68A2-73CCFC85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867719-51B3-6143-135A-15DBB88A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7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83F08-F391-EB16-8C41-BDD1505F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E83B22-767D-FA08-3D30-8646D34F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6BD34B-82DA-8B52-2EE0-16452014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28B538-B92A-80E4-F462-F6685CE4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44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9A6DFF-5218-CC3E-AAD1-1ECFA2E6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9D9C57-6406-16FE-418F-33795AC3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05754F-8AEA-025C-0D90-26735203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52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A6560-325C-5101-CCC8-320B8F2B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D634FF-A53E-3E60-1AA5-05135D1F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8D6004-C905-BE01-3501-913B2C691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7154A7-F367-5895-819B-2F2126538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215B77-D539-D842-AA45-94F8FAFE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9B2280-FEA1-FC68-6FC9-872E59D9B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37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D7F0B-E215-E7E3-D8A1-77E8EF49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995A57-4569-AED2-333E-5D5541AD9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A74B43-04C7-C95C-8714-CF15F2D3F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457FBE-9847-9245-E8BA-2AA13BFA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904613-63A3-63FC-06CC-BF5A1880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716C8-AB31-5CDC-00D5-64839B34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75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3CC44-4AA4-28D9-A115-58195C5F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43D81F-0A68-EDF7-D5B5-E4474BFF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71780-D5CD-67F6-E3CA-61388B3C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C7206F-7F17-5341-4B9A-D50AC869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464766-C839-E944-CD30-ABD5BE29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55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058F84-E888-7B57-B08D-B45E6DA0A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DE6CDB-A7FB-5C05-4FE5-4062C8A67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D1BB9-ED6C-5E88-8765-58A53700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393596-4C86-9CFA-EE9C-4F7918F1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63CE90-5CCC-9678-D42F-687ECD0F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07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81BEC8-2A28-64DF-5E65-86D54B0C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24F412-CAA2-1B40-D793-9F3B2C1E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F2A8A-7773-2952-B604-D4889E565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936E0-8511-46EE-9964-293ABD4E6B5F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38709D-DFE0-BFAD-6E80-27E7A8C7C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AD0FE5-214B-6499-9682-FE0358D90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ECA57-F33C-4F29-ADDE-FAF1993C3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03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27A41E55-8D62-5E3B-5027-F2572700F93B}"/>
              </a:ext>
            </a:extLst>
          </p:cNvPr>
          <p:cNvGrpSpPr/>
          <p:nvPr/>
        </p:nvGrpSpPr>
        <p:grpSpPr>
          <a:xfrm>
            <a:off x="94398" y="0"/>
            <a:ext cx="10421605" cy="8100000"/>
            <a:chOff x="94398" y="0"/>
            <a:chExt cx="10421605" cy="8100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00ADA7A-FE49-84ED-7CA3-D6751CDD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6003" y="0"/>
              <a:ext cx="3600000" cy="2700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6FD3E36-ADE8-D543-DEFF-B6D920A2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398" y="0"/>
              <a:ext cx="3600000" cy="27000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8653CF6-B17A-E389-F935-692B06BF5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69943" y="0"/>
              <a:ext cx="3600000" cy="27000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4BB2EE7-64D0-B2F2-BAC7-E3DEF5DF0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6003" y="2700000"/>
              <a:ext cx="3600000" cy="27000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AC5163F-2044-CCF0-6099-98AA14BFF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398" y="2700000"/>
              <a:ext cx="3600000" cy="27000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23464B2-76B0-AB9C-82DA-DB343BB94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69943" y="2700000"/>
              <a:ext cx="3600000" cy="270000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197C415-CD8E-3F23-564B-DE3757224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398" y="5400000"/>
              <a:ext cx="3600000" cy="270000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AA349CC0-331D-794E-873F-CD7EFF60E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69943" y="5400000"/>
              <a:ext cx="3600000" cy="2700000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701788AA-9C45-E70D-EBC9-8B087F296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16003" y="5400000"/>
              <a:ext cx="3600000" cy="27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322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宇昊 连</dc:creator>
  <cp:lastModifiedBy>宇昊 连</cp:lastModifiedBy>
  <cp:revision>1</cp:revision>
  <dcterms:created xsi:type="dcterms:W3CDTF">2025-05-07T07:08:52Z</dcterms:created>
  <dcterms:modified xsi:type="dcterms:W3CDTF">2025-05-07T07:13:02Z</dcterms:modified>
</cp:coreProperties>
</file>