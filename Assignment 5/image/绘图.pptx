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0" y="0"/>
            <a:ext cx="10496550" cy="8168005"/>
            <a:chOff x="0" y="0"/>
            <a:chExt cx="16530" cy="12863"/>
          </a:xfrm>
        </p:grpSpPr>
        <p:pic>
          <p:nvPicPr>
            <p:cNvPr id="3" name="图片 2" descr="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862" y="142"/>
              <a:ext cx="5669" cy="4252"/>
            </a:xfrm>
            <a:prstGeom prst="rect">
              <a:avLst/>
            </a:prstGeom>
          </p:spPr>
        </p:pic>
        <p:pic>
          <p:nvPicPr>
            <p:cNvPr id="4" name="图片 3" descr="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5669" cy="4252"/>
            </a:xfrm>
            <a:prstGeom prst="rect">
              <a:avLst/>
            </a:prstGeom>
          </p:spPr>
        </p:pic>
        <p:pic>
          <p:nvPicPr>
            <p:cNvPr id="6" name="图片 5" descr="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0" y="142"/>
              <a:ext cx="5669" cy="4252"/>
            </a:xfrm>
            <a:prstGeom prst="rect">
              <a:avLst/>
            </a:prstGeom>
          </p:spPr>
        </p:pic>
        <p:pic>
          <p:nvPicPr>
            <p:cNvPr id="7" name="图片 6" descr="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862" y="4394"/>
              <a:ext cx="5669" cy="4252"/>
            </a:xfrm>
            <a:prstGeom prst="rect">
              <a:avLst/>
            </a:prstGeom>
          </p:spPr>
        </p:pic>
        <p:pic>
          <p:nvPicPr>
            <p:cNvPr id="8" name="图片 7" descr="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4252"/>
              <a:ext cx="5669" cy="4252"/>
            </a:xfrm>
            <a:prstGeom prst="rect">
              <a:avLst/>
            </a:prstGeom>
          </p:spPr>
        </p:pic>
        <p:pic>
          <p:nvPicPr>
            <p:cNvPr id="9" name="图片 8" descr="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400" y="4252"/>
              <a:ext cx="5669" cy="4252"/>
            </a:xfrm>
            <a:prstGeom prst="rect">
              <a:avLst/>
            </a:prstGeom>
          </p:spPr>
        </p:pic>
        <p:pic>
          <p:nvPicPr>
            <p:cNvPr id="10" name="图片 9" descr="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8611"/>
              <a:ext cx="5669" cy="4252"/>
            </a:xfrm>
            <a:prstGeom prst="rect">
              <a:avLst/>
            </a:prstGeom>
          </p:spPr>
        </p:pic>
        <p:pic>
          <p:nvPicPr>
            <p:cNvPr id="11" name="图片 10" descr="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400" y="8611"/>
              <a:ext cx="5669" cy="4252"/>
            </a:xfrm>
            <a:prstGeom prst="rect">
              <a:avLst/>
            </a:prstGeom>
          </p:spPr>
        </p:pic>
        <p:pic>
          <p:nvPicPr>
            <p:cNvPr id="12" name="图片 11" descr="1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862" y="8611"/>
              <a:ext cx="5669" cy="425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Calibri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连宇昊</cp:lastModifiedBy>
  <cp:revision>5</cp:revision>
  <dcterms:created xsi:type="dcterms:W3CDTF">2023-07-11T07:43:00Z</dcterms:created>
  <dcterms:modified xsi:type="dcterms:W3CDTF">2025-05-14T13:50:37Z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13993626897F91E90608AD645D25FD23_42</vt:lpwstr>
  </property>
</Properties>
</file>