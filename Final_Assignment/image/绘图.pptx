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14AC-6FAE-4B1A-8C83-1AE8EFC502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B1B3-49FD-473D-B897-6E4507AD71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14AC-6FAE-4B1A-8C83-1AE8EFC502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B1B3-49FD-473D-B897-6E4507AD71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14AC-6FAE-4B1A-8C83-1AE8EFC502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B1B3-49FD-473D-B897-6E4507AD71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14AC-6FAE-4B1A-8C83-1AE8EFC502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B1B3-49FD-473D-B897-6E4507AD71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14AC-6FAE-4B1A-8C83-1AE8EFC502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B1B3-49FD-473D-B897-6E4507AD71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14AC-6FAE-4B1A-8C83-1AE8EFC502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B1B3-49FD-473D-B897-6E4507AD71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14AC-6FAE-4B1A-8C83-1AE8EFC502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B1B3-49FD-473D-B897-6E4507AD71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14AC-6FAE-4B1A-8C83-1AE8EFC502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B1B3-49FD-473D-B897-6E4507AD71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14AC-6FAE-4B1A-8C83-1AE8EFC502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B1B3-49FD-473D-B897-6E4507AD71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14AC-6FAE-4B1A-8C83-1AE8EFC502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B1B3-49FD-473D-B897-6E4507AD71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14AC-6FAE-4B1A-8C83-1AE8EFC502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B1B3-49FD-473D-B897-6E4507AD71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214AC-6FAE-4B1A-8C83-1AE8EFC5021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DAB1B3-49FD-473D-B897-6E4507AD714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6.jpeg"/><Relationship Id="rId15" Type="http://schemas.openxmlformats.org/officeDocument/2006/relationships/image" Target="../media/image15.jpeg"/><Relationship Id="rId14" Type="http://schemas.openxmlformats.org/officeDocument/2006/relationships/image" Target="../media/image14.jpeg"/><Relationship Id="rId13" Type="http://schemas.openxmlformats.org/officeDocument/2006/relationships/image" Target="../media/image13.jpeg"/><Relationship Id="rId12" Type="http://schemas.openxmlformats.org/officeDocument/2006/relationships/image" Target="../media/image12.jpeg"/><Relationship Id="rId11" Type="http://schemas.openxmlformats.org/officeDocument/2006/relationships/image" Target="../media/image11.jpeg"/><Relationship Id="rId10" Type="http://schemas.openxmlformats.org/officeDocument/2006/relationships/image" Target="../media/image10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>
            <a:off x="0" y="-1104900"/>
            <a:ext cx="9893040" cy="7962900"/>
            <a:chOff x="0" y="-1104900"/>
            <a:chExt cx="9893040" cy="7962900"/>
          </a:xfrm>
        </p:grpSpPr>
        <p:pic>
          <p:nvPicPr>
            <p:cNvPr id="5" name="图片 4" descr="图表, 表面图&#10;&#10;AI 生成的内容可能不正确。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6520" y="-1104900"/>
              <a:ext cx="2520000" cy="1890000"/>
            </a:xfrm>
            <a:prstGeom prst="rect">
              <a:avLst/>
            </a:prstGeom>
          </p:spPr>
        </p:pic>
        <p:pic>
          <p:nvPicPr>
            <p:cNvPr id="7" name="图片 6" descr="图表&#10;&#10;AI 生成的内容可能不正确。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104900"/>
              <a:ext cx="2520000" cy="1890000"/>
            </a:xfrm>
            <a:prstGeom prst="rect">
              <a:avLst/>
            </a:prstGeom>
          </p:spPr>
        </p:pic>
        <p:pic>
          <p:nvPicPr>
            <p:cNvPr id="9" name="图片 8" descr="图表, 折线图&#10;&#10;AI 生成的内容可能不正确。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36000" y="-1104900"/>
              <a:ext cx="2520000" cy="1890000"/>
            </a:xfrm>
            <a:prstGeom prst="rect">
              <a:avLst/>
            </a:prstGeom>
          </p:spPr>
        </p:pic>
        <p:pic>
          <p:nvPicPr>
            <p:cNvPr id="11" name="图片 10" descr="图表, 表面图&#10;&#10;AI 生成的内容可能不正确。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56000" y="-1104900"/>
              <a:ext cx="2520000" cy="1890000"/>
            </a:xfrm>
            <a:prstGeom prst="rect">
              <a:avLst/>
            </a:prstGeom>
          </p:spPr>
        </p:pic>
        <p:pic>
          <p:nvPicPr>
            <p:cNvPr id="13" name="图片 12" descr="图表&#10;&#10;AI 生成的内容可能不正确。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909291"/>
              <a:ext cx="2520000" cy="1890000"/>
            </a:xfrm>
            <a:prstGeom prst="rect">
              <a:avLst/>
            </a:prstGeom>
          </p:spPr>
        </p:pic>
        <p:pic>
          <p:nvPicPr>
            <p:cNvPr id="15" name="图片 14" descr="图表, 表面图&#10;&#10;AI 生成的内容可能不正确。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6520" y="909291"/>
              <a:ext cx="2520000" cy="1890000"/>
            </a:xfrm>
            <a:prstGeom prst="rect">
              <a:avLst/>
            </a:prstGeom>
          </p:spPr>
        </p:pic>
        <p:pic>
          <p:nvPicPr>
            <p:cNvPr id="17" name="图片 16" descr="图表&#10;&#10;AI 生成的内容可能不正确。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36000" y="909291"/>
              <a:ext cx="2520000" cy="1890000"/>
            </a:xfrm>
            <a:prstGeom prst="rect">
              <a:avLst/>
            </a:prstGeom>
          </p:spPr>
        </p:pic>
        <p:pic>
          <p:nvPicPr>
            <p:cNvPr id="19" name="图片 18" descr="图表, 表面图&#10;&#10;AI 生成的内容可能不正确。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3040" y="909291"/>
              <a:ext cx="2520000" cy="1890000"/>
            </a:xfrm>
            <a:prstGeom prst="rect">
              <a:avLst/>
            </a:prstGeom>
          </p:spPr>
        </p:pic>
        <p:pic>
          <p:nvPicPr>
            <p:cNvPr id="21" name="图片 20" descr="图表&#10;&#10;AI 生成的内容可能不正确。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923482"/>
              <a:ext cx="2520000" cy="1890000"/>
            </a:xfrm>
            <a:prstGeom prst="rect">
              <a:avLst/>
            </a:prstGeom>
          </p:spPr>
        </p:pic>
        <p:pic>
          <p:nvPicPr>
            <p:cNvPr id="23" name="图片 22" descr="图表, 表面图&#10;&#10;AI 生成的内容可能不正确。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6520" y="2923482"/>
              <a:ext cx="2520000" cy="1890000"/>
            </a:xfrm>
            <a:prstGeom prst="rect">
              <a:avLst/>
            </a:prstGeom>
          </p:spPr>
        </p:pic>
        <p:pic>
          <p:nvPicPr>
            <p:cNvPr id="25" name="图片 24" descr="图表, 图示&#10;&#10;AI 生成的内容可能不正确。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36000" y="2923482"/>
              <a:ext cx="2520000" cy="1890000"/>
            </a:xfrm>
            <a:prstGeom prst="rect">
              <a:avLst/>
            </a:prstGeom>
          </p:spPr>
        </p:pic>
        <p:pic>
          <p:nvPicPr>
            <p:cNvPr id="27" name="图片 26" descr="图表, 表面图&#10;&#10;AI 生成的内容可能不正确。"/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56000" y="2923482"/>
              <a:ext cx="2520000" cy="1890000"/>
            </a:xfrm>
            <a:prstGeom prst="rect">
              <a:avLst/>
            </a:prstGeom>
          </p:spPr>
        </p:pic>
        <p:pic>
          <p:nvPicPr>
            <p:cNvPr id="29" name="图片 28" descr="图表, 图示, 表面图&#10;&#10;AI 生成的内容可能不正确。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937673"/>
              <a:ext cx="2520000" cy="1890000"/>
            </a:xfrm>
            <a:prstGeom prst="rect">
              <a:avLst/>
            </a:prstGeom>
          </p:spPr>
        </p:pic>
        <p:pic>
          <p:nvPicPr>
            <p:cNvPr id="31" name="图片 30" descr="图表, 表面图&#10;&#10;AI 生成的内容可能不正确。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6520" y="4828623"/>
              <a:ext cx="2520000" cy="2029377"/>
            </a:xfrm>
            <a:prstGeom prst="rect">
              <a:avLst/>
            </a:prstGeom>
          </p:spPr>
        </p:pic>
        <p:pic>
          <p:nvPicPr>
            <p:cNvPr id="33" name="图片 32" descr="图表, 图示, 表面图&#10;&#10;AI 生成的内容可能不正确。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3040" y="4843809"/>
              <a:ext cx="2520000" cy="2014191"/>
            </a:xfrm>
            <a:prstGeom prst="rect">
              <a:avLst/>
            </a:prstGeom>
          </p:spPr>
        </p:pic>
        <p:pic>
          <p:nvPicPr>
            <p:cNvPr id="35" name="图片 34" descr="图表, 表面图&#10;&#10;AI 生成的内容可能不正确。"/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56000" y="4828623"/>
              <a:ext cx="2520000" cy="20293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798627" y="722489"/>
            <a:ext cx="3546144" cy="2301333"/>
            <a:chOff x="3798627" y="722489"/>
            <a:chExt cx="3546144" cy="2301333"/>
          </a:xfrm>
        </p:grpSpPr>
        <p:sp>
          <p:nvSpPr>
            <p:cNvPr id="7" name="梯形 6"/>
            <p:cNvSpPr/>
            <p:nvPr/>
          </p:nvSpPr>
          <p:spPr>
            <a:xfrm>
              <a:off x="4189863" y="1105469"/>
              <a:ext cx="2429301" cy="1549021"/>
            </a:xfrm>
            <a:prstGeom prst="trapezoid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5970895" y="722489"/>
              <a:ext cx="948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(1,1)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396251" y="2654490"/>
              <a:ext cx="948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(2,0)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798627" y="2654490"/>
              <a:ext cx="948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(-2,0)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189863" y="722489"/>
              <a:ext cx="948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(-1,1)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0" y="135255"/>
            <a:ext cx="6997065" cy="2249170"/>
            <a:chOff x="0" y="213"/>
            <a:chExt cx="11019" cy="3542"/>
          </a:xfrm>
        </p:grpSpPr>
        <p:pic>
          <p:nvPicPr>
            <p:cNvPr id="4" name="图片 3" descr="误差对数图像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351" y="213"/>
              <a:ext cx="5669" cy="3543"/>
            </a:xfrm>
            <a:prstGeom prst="rect">
              <a:avLst/>
            </a:prstGeom>
          </p:spPr>
        </p:pic>
        <p:pic>
          <p:nvPicPr>
            <p:cNvPr id="5" name="图片 4" descr="误差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13"/>
              <a:ext cx="5669" cy="354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WPS 演示</Application>
  <PresentationFormat>宽屏</PresentationFormat>
  <Paragraphs>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Times New Roman</vt:lpstr>
      <vt:lpstr>微软雅黑</vt:lpstr>
      <vt:lpstr>Arial Unicode MS</vt:lpstr>
      <vt:lpstr>等线 Light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宇昊 连</dc:creator>
  <cp:lastModifiedBy>连宇昊</cp:lastModifiedBy>
  <cp:revision>3</cp:revision>
  <dcterms:created xsi:type="dcterms:W3CDTF">2025-05-31T03:07:00Z</dcterms:created>
  <dcterms:modified xsi:type="dcterms:W3CDTF">2025-06-04T09:24:18Z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815BDD987859407199AB4D0AF7919A3C_12</vt:lpwstr>
  </property>
  <property fmtid="{D5CDD505-2E9C-101B-9397-08002B2CF9AE}" pid="3" name="KSOProductBuildVer">
    <vt:lpwstr>2052-12.1.0.19770</vt:lpwstr>
  </property>
</Properties>
</file>